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A2B4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A2B4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640080" cy="64008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9829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HACKATHON  —  IDEA SUBMISSION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Candidate Discovery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Ranking Engine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local, deterministic, zero-network ranking system — verified against the real 100,000-candidate pool, not assumed.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572000"/>
            <a:ext cx="10515600" cy="1645920"/>
          </a:xfrm>
          <a:prstGeom prst="rect">
            <a:avLst/>
          </a:prstGeom>
          <a:solidFill>
            <a:srgbClr val="1A2B4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47548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 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Star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 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Jash Bhalakia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17920" y="47548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Challenge — Intelligent Candidate Discovery: rank 100,000 candidates against a Senior AI Engineer JD, fully offline, CPU-only, explainable, and immune to engineered traps.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554480"/>
            <a:ext cx="777240" cy="77724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279" y="172935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463040"/>
            <a:ext cx="9326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proposed solution?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+ lexical-concept ranking engine that reads a candidate's full career history — not just current title or skills list — and scores fit against a curated AI/ML concept vocabulary, layered with structural trap detection calibrated directly against the real candidate pool.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differentiates this from traditional candidate matching?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611880"/>
            <a:ext cx="3502152" cy="2743200"/>
          </a:xfrm>
          <a:prstGeom prst="roundRect">
            <a:avLst>
              <a:gd name="adj" fmla="val 266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3840480"/>
            <a:ext cx="594360" cy="59436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11" y="397421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4526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career history, not keyword density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68680" y="50749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buzzword-stuffed "Marketing Manager" is structurally blocked, no matter how perfect their skills list looks — exactly the trap the JD warns about.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43400" y="3611880"/>
            <a:ext cx="3502152" cy="2743200"/>
          </a:xfrm>
          <a:prstGeom prst="roundRect">
            <a:avLst>
              <a:gd name="adj" fmla="val 266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3840480"/>
            <a:ext cx="594360" cy="59436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731" y="3974211"/>
            <a:ext cx="326898" cy="3268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4526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the plain-language builder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72000" y="50749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who built a recommendation system but never wrote "RAG" or "Pinecone" scores correctly — the JD's own definition of an ideal-fit candidate.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046720" y="3611880"/>
            <a:ext cx="3502152" cy="2743200"/>
          </a:xfrm>
          <a:prstGeom prst="roundRect">
            <a:avLst>
              <a:gd name="adj" fmla="val 266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75320" y="3840480"/>
            <a:ext cx="594360" cy="59436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051" y="3974211"/>
            <a:ext cx="326898" cy="3268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75320" y="4526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trap-defense layers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275320" y="50749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detection and hard disqualifiers, both calibrated by mining the real 100K-candidate pool — not guessed from the brief alone.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 Understanding &amp; Candidate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 extracted from the JD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retrieval, vector DB &amp; hybrid search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/ recsys, LLM systems (RAG, fine-tuning)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frameworks (NDCG, A/B testing)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5-9y experience, sweet spot 6-8y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Pune/Noida preferred; Tier-1 + relocation welcomed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Sub-30-day notice preferred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63640" y="1280160"/>
            <a:ext cx="18288" cy="42976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used beyond the obvious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0" y="164592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Career-history depth &amp; recency, not just current title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realness — product company vs. consulting-only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signals — recruiter responsiveness, activity recency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credibility — proficiency + duration, not just presence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48056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1A2B4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4709160"/>
            <a:ext cx="685800" cy="68580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05" y="4863465"/>
            <a:ext cx="377190" cy="3771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20240" y="4663440"/>
            <a:ext cx="9326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keyword matching — the JD's own test case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Tier 5 candidate may not use the words RAG or Pinecone, but if their career history shows they built a recommendation system at a product company, they're a fit." The semantic-fit score reads full career_history descriptions — not just title/headline — specifically so this candidate scores correctly.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weighted components combine into a single 0-1 score: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match against curated AI/ML concept vocabulary, read from full career history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64992" y="1737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4992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02152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Fit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02152" y="292608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Trapezoidal curve centered on 5-9y, peaking at 6-8y, gentle taper outside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9904" y="1737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9904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27064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Fit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27064" y="292608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Pune/Noida = max credit; Tier-1 cities + relocation graduated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814816" y="1737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14816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951976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Notice-Period Fit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51976" y="292608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Sub-30-day preferred, scaled down for longer notice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Behavioral multiplier (recency, responsiveness, completeness) — multiplicative, not additive, so inactive candidates are meaningfully down-weighted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1A2B4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4800600"/>
            <a:ext cx="685800" cy="68580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05" y="4954905"/>
            <a:ext cx="377190" cy="37719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920240" y="4754880"/>
            <a:ext cx="9326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rule-based, not embeddings or an LLM?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the spec bans hosted APIs and GPU usage during ranking. A deterministic, lexical + structural approach is the only architecture that's simultaneously compliant, fully explainable, and fast enough to score 100,000 candidates in under 90 seconds on CPU.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&amp; Data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508760"/>
            <a:ext cx="640080" cy="64008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165277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508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ranking decisions explained?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05740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reasoning string is built compositionally from that candidate's own real fields — title, company, years, matched concept buckets, verbatim named skills pulled from their own skills array, location, notice period, and any flags raised. Never a fixed template.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2801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508760"/>
            <a:ext cx="640080" cy="64008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258" y="165277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508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hallucination prevented?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92240" y="205740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skills are pulled directly from the candidate's own skills array, filtered to advanced/expert proficiency with real duration — so even a honeypot-style "expert at 0 months" entry is never cited as credible. No concept bucket is referenced unless it was actually matched in that candidate's text.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4008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inconsistent or suspicious profiles handled?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1A2B4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89120"/>
            <a:ext cx="594360" cy="59436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31" y="452285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89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→ 0.02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60120" y="49377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Company-founding-year violations on real named companies (joining Krutrim before 2023) + majority-expert-zero-duration skills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416052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1A2B4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389120"/>
            <a:ext cx="594360" cy="59436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971" y="452285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389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Disqualifiers → 0.12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537960" y="49377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titles, consulting-only/research-only careers, AI-hobbyist hedging language, CV-only without NLP exposure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JD input to ranked top-100 CSV — one streaming pass, constant memory: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5860" y="2103120"/>
            <a:ext cx="548640" cy="54864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22265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274320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Input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3154680"/>
            <a:ext cx="14538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vocabulary extracted from the brief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315468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96312" y="1920240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022092" y="2103120"/>
            <a:ext cx="548640" cy="54864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536" y="222656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51176" y="274320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Pool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2569464" y="3154680"/>
            <a:ext cx="14538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candidates read in 5K-row chunks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656" y="3154680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352544" y="1920240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878324" y="2103120"/>
            <a:ext cx="548640" cy="54864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2226564"/>
            <a:ext cx="301752" cy="3017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07408" y="274320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Check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4425696" y="3154680"/>
            <a:ext cx="14538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impossibility detection per candidate</a:t>
            </a:r>
            <a:endParaRPr lang="en-US" sz="8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3154680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208776" y="1920240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734556" y="2103120"/>
            <a:ext cx="548640" cy="54864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226564"/>
            <a:ext cx="301752" cy="30175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63640" y="274320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Disqualifiers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6281928" y="3154680"/>
            <a:ext cx="14538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blacklist, consulting/research-only, hobbyist</a:t>
            </a:r>
            <a:endParaRPr lang="en-US" sz="8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3154680"/>
            <a:ext cx="237744" cy="2377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8065008" y="1920240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8590788" y="2103120"/>
            <a:ext cx="548640" cy="54864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4232" y="2226564"/>
            <a:ext cx="301752" cy="30175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119872" y="274320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Reason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8138160" y="3154680"/>
            <a:ext cx="14538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5-component weighted score + verbatim reasoning</a:t>
            </a:r>
            <a:endParaRPr lang="en-US" sz="8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74352" y="3154680"/>
            <a:ext cx="237744" cy="237744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9921240" y="1920240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10447020" y="2103120"/>
            <a:ext cx="548640" cy="54864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70464" y="2226564"/>
            <a:ext cx="301752" cy="30175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976104" y="274320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Audit</a:t>
            </a:r>
            <a:endParaRPr lang="en-US" sz="1100" dirty="0"/>
          </a:p>
        </p:txBody>
      </p:sp>
      <p:sp>
        <p:nvSpPr>
          <p:cNvPr id="38" name="Text 25"/>
          <p:cNvSpPr/>
          <p:nvPr/>
        </p:nvSpPr>
        <p:spPr>
          <a:xfrm>
            <a:off x="9994392" y="3154680"/>
            <a:ext cx="14538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desc, candidate_id asc + self-audit</a:t>
            </a:r>
            <a:endParaRPr lang="en-US" sz="850" dirty="0"/>
          </a:p>
        </p:txBody>
      </p:sp>
      <p:sp>
        <p:nvSpPr>
          <p:cNvPr id="39" name="Shape 26"/>
          <p:cNvSpPr/>
          <p:nvPr/>
        </p:nvSpPr>
        <p:spPr>
          <a:xfrm>
            <a:off x="640080" y="50292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A2B4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Text 27"/>
          <p:cNvSpPr/>
          <p:nvPr/>
        </p:nvSpPr>
        <p:spPr>
          <a:xfrm>
            <a:off x="1005840" y="502920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30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top_100.csv — candidate_id, rank, score, reasoning — validated against validate_submission.py before every submission.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A2B4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entrypoint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0" y="118872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A2B4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0" y="11887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sandbox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5138928" y="2212848"/>
            <a:ext cx="274320" cy="2743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74520" y="2212848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60604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D98E0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40080" y="260604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src/engine.py — single source of truth for all scoring logic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520440" y="3630168"/>
            <a:ext cx="274320" cy="274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40080" y="4023360"/>
            <a:ext cx="1133856" cy="100584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1A2B4C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0080" y="4023360"/>
            <a:ext cx="11338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1865376" y="4023360"/>
            <a:ext cx="1133856" cy="100584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1A2B4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865376" y="4023360"/>
            <a:ext cx="11338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090672" y="4023360"/>
            <a:ext cx="1133856" cy="100584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1A2B4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090672" y="4023360"/>
            <a:ext cx="11338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315968" y="4023360"/>
            <a:ext cx="1133856" cy="100584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1A2B4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315968" y="4023360"/>
            <a:ext cx="11338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541264" y="4023360"/>
            <a:ext cx="1133856" cy="100584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1A2B4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541264" y="4023360"/>
            <a:ext cx="11338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9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520440" y="5166360"/>
            <a:ext cx="274320" cy="2743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40080" y="553212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111E3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640080" y="553212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top_100.csv  (validated output)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178040" y="1188720"/>
            <a:ext cx="4343400" cy="5120640"/>
          </a:xfrm>
          <a:prstGeom prst="roundRect">
            <a:avLst>
              <a:gd name="adj" fmla="val 210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52360" y="1417320"/>
            <a:ext cx="640080" cy="64008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6378" y="1561338"/>
            <a:ext cx="352044" cy="3520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75320" y="1417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Dependencies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452360" y="219456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requests / urllib / HTTP client import anywhere in the ranking path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torch, no transformers, no Ollama, no hosted embedding API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standard library + pandas + numpy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direct code inspection, not just by absence of errors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452360" y="4343400"/>
            <a:ext cx="3794760" cy="18288"/>
          </a:xfrm>
          <a:prstGeom prst="rect">
            <a:avLst/>
          </a:prstGeom>
          <a:solidFill>
            <a:srgbClr val="D0D7E2"/>
          </a:solidFill>
          <a:ln/>
        </p:spPr>
      </p:sp>
      <p:sp>
        <p:nvSpPr>
          <p:cNvPr id="31" name="Text 24"/>
          <p:cNvSpPr/>
          <p:nvPr/>
        </p:nvSpPr>
        <p:spPr>
          <a:xfrm>
            <a:off x="7452360" y="457200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satisfies Section 3 of submission_spec.docx by construction — there is no code path capable of making a network call during ranking.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the real 100,000-candidate pool — not estimated.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2542032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7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 min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624328"/>
            <a:ext cx="2359152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on full 100K pool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(budget: 5 min / 300s)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00984" y="169164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00984" y="1828800"/>
            <a:ext cx="2542032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7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92424" y="2624328"/>
            <a:ext cx="2359152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 submitted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(limit: ≤10)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61888" y="1691640"/>
            <a:ext cx="2542032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61888" y="1828800"/>
            <a:ext cx="2542032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7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53328" y="2624328"/>
            <a:ext cx="2359152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Hard-disqualified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in top 100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22792" y="1691640"/>
            <a:ext cx="2898648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22792" y="1828800"/>
            <a:ext cx="2898648" cy="8549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7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14232" y="2624328"/>
            <a:ext cx="2715768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manually audited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genuine AI/ML fits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demonstrates about ranking quality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(55% of NDCG-weighted score): Amazon, Haptik, Zomato, Niramai, Verloop.io, Yellow.ai, Glance, Mad Street Den, Tech Mahindra, Microsoft — every row a genuine AI/ML title at a real, relevant company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audited the 3 most borderline-looking top-10 candidates by hand (a TTS-skill citation, a "Computer Vision Engineer" title, a Tech Mahindra employee) — all three held up under scrutiny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detector calibrated to 93-111 flagged candidates pool-wide, closely matching the spec's stated "~80 honeypots"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1A2B4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constraints (Section 3): CPU-only ✓   No GPU ✓   No network during ranking ✓   Disk-intermediate &lt;5GB 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36192"/>
            <a:ext cx="640080" cy="64008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" y="1680210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44475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(stdlib)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0" y="1444752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re, datetime, csv — fast scalar date parsing (datetime.strptime) chosen after profiling found pd.to_datetime() scalar calls were ~90% of an earlier version's runtime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487168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698" y="279577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560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114800" y="256032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streaming reads (5K rows/chunk) for constant memory on a 100K-row, ~465MB file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3602736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3767328"/>
            <a:ext cx="640080" cy="64008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" y="3911346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67588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114800" y="3675888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app.py, the sandbox demo — same engine, file-upload interface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4718304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4882896"/>
            <a:ext cx="640080" cy="64008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98" y="5026914"/>
            <a:ext cx="352044" cy="3520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4791456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114800" y="4791456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the ranked-output spreadsheet deliverable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" y="55778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A2B4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68680" y="5742432"/>
            <a:ext cx="640080" cy="64008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698" y="5886450"/>
            <a:ext cx="352044" cy="3520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91640" y="56692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excluded: </a:t>
            </a:r>
            <a:pPr indent="0" marL="0">
              <a:buNone/>
            </a:pPr>
            <a:r>
              <a:rPr lang="en-US" sz="1150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embedding/LLM APIs, GPU-based inference, Ollama, local transformer models — not because they wouldn't work, but because Section 3 explicitly bans them during ranking, and a dependency that can't run in an air-gapped grading sandbox is a guaranteed Stage 3 failure.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Assets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91640"/>
            <a:ext cx="777240" cy="77724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188595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5727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920240" y="1965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FILL IN — public repo URL ]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920240" y="230428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README, methodology notes, real incremental commit history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108960"/>
            <a:ext cx="777240" cy="77724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33032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29900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/ Demo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92024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FILL IN — deployed app URL ]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920240" y="37216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— upload a small candidate sample, runs end-to-end on CPU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2976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526280"/>
            <a:ext cx="777240" cy="777240"/>
          </a:xfrm>
          <a:prstGeom prst="ellipse">
            <a:avLst/>
          </a:prstGeom>
          <a:solidFill>
            <a:srgbClr val="1A2B4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72059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44074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Output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920240" y="4800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TAG_Star_Ranked_Candidates.xlsx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920240" y="51389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ranked candidates with full reasoning, formatted for review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assets correspond to real, tested artifacts — not placeholders for unbuilt work.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463040"/>
            <a:ext cx="4572000" cy="4572000"/>
          </a:xfrm>
          <a:prstGeom prst="ellipse">
            <a:avLst/>
          </a:prstGeom>
          <a:solidFill>
            <a:srgbClr val="1A2B4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1A2B4C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1188720"/>
            <a:ext cx="822960" cy="82296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37388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28600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0" y="324612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Star  —  Jash Bhalakia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08760" y="40233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9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threshold in this engine was calibrated against the real 100,000-candidate dataset — not guessed. Happy to walk through any specific design decision.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Candidate Discovery &amp; Ranking — TAG Star</dc:title>
  <dc:subject>PptxGenJS Presentation</dc:subject>
  <dc:creator>TAG Star</dc:creator>
  <cp:lastModifiedBy>TAG Star</cp:lastModifiedBy>
  <cp:revision>1</cp:revision>
  <dcterms:created xsi:type="dcterms:W3CDTF">2026-06-28T13:05:52Z</dcterms:created>
  <dcterms:modified xsi:type="dcterms:W3CDTF">2026-06-28T13:05:52Z</dcterms:modified>
</cp:coreProperties>
</file>